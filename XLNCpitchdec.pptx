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Изображение 3" descr="Slide 16_9 - 1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4" name="Изображение 3" descr="Slide 16_9 - 1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4" name="Изображение 3" descr="Slide 16_9 - 1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4" name="Изображение 3" descr="Fra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4" name="Изображение 3" descr="Slide 16_9 - 1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4" name="Изображение 3" descr="Frame-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5" name="Изображение 4" descr="Slide 16_9 - 1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4" name="Изображение 3" descr="Slide 16_9 - 1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4" name="Изображение 3" descr="Slide 16_9 - 1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4" name="Изображение 3" descr="Slide 16_9 - 1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4" name="Изображение 3" descr="Slide 16_9 - 1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4" name="Изображение 3" descr="Slide 16_9 - 1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4" name="Изображение 3" descr="Slide 16_9 - 1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4" name="Изображение 3" descr="Slide 16_9 - 1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4" name="Изображение 3" descr="Slide 16_9 - 1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宽屏</PresentationFormat>
  <Paragraphs>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SimSun</vt:lpstr>
      <vt:lpstr>Wingdings</vt:lpstr>
      <vt:lpstr>Calibri Light</vt:lpstr>
      <vt:lpstr>Arial Unicode MS</vt:lpstr>
      <vt:lpstr>Microsoft YaHei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5</cp:revision>
  <dcterms:created xsi:type="dcterms:W3CDTF">2025-07-23T00:59:00Z</dcterms:created>
  <dcterms:modified xsi:type="dcterms:W3CDTF">2026-01-05T13:19:21Z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33DA26F9B55042EFB6744ADFDE1B7476_13</vt:lpwstr>
  </property>
</Properties>
</file>